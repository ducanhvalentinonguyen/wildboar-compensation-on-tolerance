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PC1 loading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Total livestock</c:v>
                  </c:pt>
                  <c:pt idx="1">
                    <c:v>Potato area</c:v>
                  </c:pt>
                  <c:pt idx="2">
                    <c:v>Household assets (log)</c:v>
                  </c:pt>
                  <c:pt idx="3">
                    <c:v>Cattle</c:v>
                  </c:pt>
                  <c:pt idx="4">
                    <c:v>Sheep</c:v>
                  </c:pt>
                  <c:pt idx="5">
                    <c:v>Total cropland</c:v>
                  </c:pt>
                  <c:pt idx="6">
                    <c:v>Pig</c:v>
                  </c:pt>
                  <c:pt idx="7">
                    <c:v>Maize area</c:v>
                  </c:pt>
                  <c:pt idx="8">
                    <c:v>Chicken</c:v>
                  </c:pt>
                  <c:pt idx="9">
                    <c:v>Income (log)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0.442</c:v>
                </c:pt>
                <c:pt idx="1">
                  <c:v>0.372</c:v>
                </c:pt>
                <c:pt idx="2">
                  <c:v>0.364</c:v>
                </c:pt>
                <c:pt idx="3">
                  <c:v>0.345</c:v>
                </c:pt>
                <c:pt idx="4">
                  <c:v>0.33</c:v>
                </c:pt>
                <c:pt idx="5">
                  <c:v>0.291</c:v>
                </c:pt>
                <c:pt idx="6">
                  <c:v>0.267</c:v>
                </c:pt>
                <c:pt idx="7">
                  <c:v>0.238</c:v>
                </c:pt>
                <c:pt idx="8">
                  <c:v>0.226</c:v>
                </c:pt>
                <c:pt idx="9">
                  <c:v>0.082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Q&amp;A on the wealth index. We ran a PCA across 15 variables: area under each of 6 crop types, total cropland, count of each of 5 livestock types, total livestock, total household assets and annual income (log-transformed). The first principal component explains 27.9% of total variance on its own. It correlates strongly with total household assets (r=0.75) -- driven mostly by livestock counts (cattle, sheep, pig, chicken) and cropland -- but only weakly with annual cash income (r=0.17). That gap is the finding: in this sample, how much land and livestock a household has is not well predicted by how much cash income they report. If asked why this matters: the original model only controlled for wealth using a single crop-asset value; this index is a richer, PCA-validated measure of the same underlying construct, and we show it predicts perceived economic loss from wild boar damage (beta=0.28, p&lt;.001) even though it doesn't directly predict tolerance.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Household Wealth Index the Original Model Never Used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15 crop-area, livestock-count and asset variables; PC1 tracks physical assets, not cash income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loadings (top variables)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96596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69164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18105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27.9%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of variance explained by PC1 alone (15 input variables)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7452360" y="301752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0" y="31272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7A50"/>
                </a:solidFill>
              </a:rPr>
              <a:t>r = 0.75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6454F"/>
                </a:solidFill>
              </a:rPr>
              <a:t>with total household assets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280"/>
                </a:solidFill>
              </a:rPr>
              <a:t>Strong — PC1 captures the physical-asset dimension of wealth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452360" y="434340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80960" y="44531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6B7280"/>
                </a:solidFill>
              </a:rPr>
              <a:t>r = 0.17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6454F"/>
                </a:solidFill>
              </a:rPr>
              <a:t>with annual cash income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280"/>
                </a:solidFill>
              </a:rPr>
              <a:t>Weak — income and asset-wealth measure different things here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Why it matters: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6454F"/>
                </a:solidFill>
              </a:rPr>
              <a:t>the original WTM model used a single manifest item (crop asset value) as its only wealth control. This PCA index uses the full livelihood picture — crop portfolio, livestock holdings and total assets together — and shows income is a poor proxy for it (r=0.17). It does not predict Tolerance directly (p=.33), but predicts perceived economic loss strongly (β=0.28, p&lt;.001): wealthier households have more at stake and report it.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6568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PCA on Q10 (crop areas), Q12 (livestock counts), Q14 (assets), log income — n=625; claude_analysis/output/tables/30_pca_log.txt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2026-09-20T14:10:43Z</dcterms:created>
  <dcterms:modified xsi:type="dcterms:W3CDTF">2026-09-20T14:10:43Z</dcterms:modified>
</cp:coreProperties>
</file>