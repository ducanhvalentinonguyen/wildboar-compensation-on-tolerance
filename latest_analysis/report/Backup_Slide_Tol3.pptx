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 for Q&amp;A. If asked why Tolerance is measured with 3 items instead of 4: Tol3 ("wild boars threaten my safety") is statistically unrelated to the other three tolerance items. Its corrected item-total correlation is 0.02 -- essentially zero -- versus 0.29-0.68 for the other three. In a confirmatory factor model, its standardised loading is 0.006 and not statistically distinguishable from zero (z=0.13, p=.90), while the other three items load significantly. Substantively this makes sense: Tol3 is about perceived personal danger, which is conceptually a risk-perception item, not a tolerance-preference item like the other three. Dropping it improves scale reliability from alpha=0.34 to 0.50, and every core structural conclusion in the model is checked and confirmed stable whether Tol3 is included or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Tolerance Item 3 Does Not Belong to the Scale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"Wild boars threaten my personal safety" fails both item-total and CFA tests against Tol1, Tol2, Tol4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2148840"/>
        </p:xfrm>
        <a:graphic>
          <a:graphicData uri="http://schemas.openxmlformats.org/drawingml/2006/table">
            <a:tbl>
              <a:tblPr/>
              <a:tblGrid>
                <a:gridCol w="822960"/>
                <a:gridCol w="5486400"/>
                <a:gridCol w="1280160"/>
                <a:gridCol w="128016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item-total 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CFA loading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(standardised)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support non-lethal management strategies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(ref.)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Govt should NOT crack down on boar population (reverse-coded)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Wild boars threaten my personal safety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can accept some damage caused by wild boars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0416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table: item-total r is Tol-item correlation with the sum of the other three (psych::alpha, n=625). CFA loading is the standardised factor loading from a single-factor confirmatory model on the 4 items (lavaan, WLSMV estimator, ordinal indicators).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470916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48646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</a:rPr>
              <a:t>Consequence: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6454F"/>
                </a:solidFill>
              </a:rPr>
              <a:t>dropping Tol3 raises reliability from α = 0.34 to α = 0.50 (ordinal α = 0.62); every downstream structural path (Intangible Cost, Intangible Benefit, Compensation Participation, Prevention Effectiveness → Tolerance) is materially unchanged between the 4-item and 3-item specifications.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Tol3 taps personal-safety risk perception, not tolerance-as-preference — conceptually distinct from what Tol1/Tol2/Tol4 jointly measure.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EFA/CFA on Wildboar-Compensation-on-Tolerance data, n = 625 — see claude_analysis/output/tables/10_efa_log.txt and 20_cfa_log.txt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2026-09-20T14:03:55Z</dcterms:created>
  <dcterms:modified xsi:type="dcterms:W3CDTF">2026-09-20T14:03:55Z</dcterms:modified>
</cp:coreProperties>
</file>